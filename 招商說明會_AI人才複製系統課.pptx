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把人才變成系統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招商說明會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5100E"/>
                </a:solidFill>
              </a:defRPr>
            </a:pPr>
            <a:r>
              <a:t>我們看到的問題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4B1F"/>
                </a:solidFill>
              </a:defRPr>
            </a:pPr>
            <a:r>
              <a:t>老闆的困境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• 關鍵人才離職 = 公司停擺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• SOP 寫不出來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• 經驗藏在腦子裡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• 人才難複製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• 缺工成本持續上升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4B1F"/>
                </a:solidFill>
              </a:defRPr>
            </a:pPr>
            <a:r>
              <a:t>創業者的困境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• 不知道怎麼包裝服務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• 如何向企業銷售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• 沒有標準化方法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• 一人撐起整個公司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• 無法突破個人天花板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5100E"/>
                </a:solidFill>
              </a:defRPr>
            </a:pPr>
            <a:r>
              <a:t>我們的解決方案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2286000" cy="0"/>
          </a:xfrm>
          <a:prstGeom prst="line">
            <a:avLst/>
          </a:prstGeom>
          <a:ln w="38100">
            <a:solidFill>
              <a:srgbClr val="FF4B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  <a:r>
              <a:t>把公司最難複製的人才技能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  <a:r>
              <a:t>整理成 AI 可以執行的系統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  <a:r>
              <a:t>不教工具 → 教系統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  <a:r>
              <a:t>從經驗到 SOP 到技能包到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5100E"/>
                </a:solidFill>
              </a:defRPr>
            </a:pPr>
            <a:r>
              <a:t>三條變現路徑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2286000" cy="0"/>
          </a:xfrm>
          <a:prstGeom prst="line">
            <a:avLst/>
          </a:prstGeom>
          <a:ln w="38100">
            <a:solidFill>
              <a:srgbClr val="FF4B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  <a:r>
              <a:t>🏢 老闆自用：降低訓練成本，穩定服務交付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  <a:r>
              <a:t>🧑‍💼 接企業 AI 案：診斷 + SOP + 技能包 = 企業服務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  <a:r>
              <a:t>🛒 平台產品合作：協助平台推廣產業解決方案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5100E"/>
                </a:solidFill>
              </a:defRPr>
            </a:pPr>
            <a:r>
              <a:t>招募的角色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4B1F"/>
                </a:solidFill>
              </a:defRPr>
            </a:pPr>
            <a:r>
              <a:t>課程講師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• 教授系統思維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• 帶領實作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• 1-2 位有產業經驗的講師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4B1F"/>
                </a:solidFill>
              </a:defRPr>
            </a:pPr>
            <a:r>
              <a:t>變現執行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• 企業服務銷售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• 陪跑與諮詢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• 平台合作開發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15100E"/>
                </a:solidFill>
              </a:defRPr>
            </a:pPr>
            <a:r>
              <a:t>• 課程優化迭代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5100E"/>
                </a:solidFill>
              </a:defRPr>
            </a:pPr>
            <a:r>
              <a:t>為什麼加入我們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2286000" cy="0"/>
          </a:xfrm>
          <a:prstGeom prst="line">
            <a:avLst/>
          </a:prstGeom>
          <a:ln w="38100">
            <a:solidFill>
              <a:srgbClr val="FF4B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  <a:r>
              <a:t>✓ 市場有剛性需求（缺工 + 創業困境）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  <a:r>
              <a:t>✓ 可複製的方法（不是個人秀）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  <a:r>
              <a:t>✓ 多條變現路徑（不只賣課）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  <a:r>
              <a:t>✓ 企業級市場機會（百萬合約規模）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5100E"/>
                </a:solidFill>
              </a:defRPr>
            </a:pPr>
            <a:r>
              <a:t>短期目標（3-6個月）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2286000" cy="0"/>
          </a:xfrm>
          <a:prstGeom prst="line">
            <a:avLst/>
          </a:prstGeom>
          <a:ln w="38100">
            <a:solidFill>
              <a:srgbClr val="FF4B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  <a:r>
              <a:t>• 課程售出 50+ 名學員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  <a:r>
              <a:t>• 完成 5+ 個企業 AI 導入案例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  <a:r>
              <a:t>• 建立變現模板與 SOP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  <a:r>
              <a:t>• 形成可複製的團隊體系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5100E"/>
                </a:solidFill>
              </a:defRPr>
            </a:pPr>
            <a:r>
              <a:t>立即行動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2286000" cy="0"/>
          </a:xfrm>
          <a:prstGeom prst="line">
            <a:avLst/>
          </a:prstGeom>
          <a:ln w="38100">
            <a:solidFill>
              <a:srgbClr val="FF4B1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  <a:r>
              <a:t>你適合加入，如果：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  <a:r>
              <a:t>✓ 有產業經驗或企業銷售背景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  <a:r>
              <a:t>✓ 對建立系統有熱情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  <a:r>
              <a:t>✓ 想幫助創業者與老闆突破困局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1200"/>
              </a:spcAft>
              <a:defRPr sz="2400">
                <a:solidFill>
                  <a:srgbClr val="15100E"/>
                </a:solidFill>
              </a:defRPr>
            </a:pPr>
            <a:r>
              <a:t>下一步：深度談談（1 小時）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4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6000" b="1">
                <a:solidFill>
                  <a:srgbClr val="FFFFFF"/>
                </a:solidFill>
              </a:defRPr>
            </a:pPr>
            <a:r>
              <a:t>把一個人的經驗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變成一個系統的力量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