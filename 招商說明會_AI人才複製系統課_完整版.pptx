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把人才變成系統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AI 人才複製系統課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D739"/>
                </a:solidFill>
              </a:defRPr>
            </a:pPr>
            <a:r>
              <a:t>招商說明會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今天我要回答 4 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1️⃣  為什麼參加？我是誰？你為何要聽我說？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2️⃣  來參加這個系統課，你能得到什麼好處？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3️⃣  市場上有什麼問題？我們怎麼看到的？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4️⃣  課程設計邏輯如何解決這個問題？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為什麼參加？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15100E"/>
                </a:solidFill>
              </a:defRPr>
            </a:pPr>
            <a:r>
              <a:t>群獅系統 8 年實體品牌營運經驗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從 1 家店複製到多家店（連鎖化系統）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50+ 企業轉型諮詢經歷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親眼看到系統化對企業的威力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15100E"/>
                </a:solidFill>
              </a:defRPr>
            </a:pPr>
            <a:r>
              <a:t>現在把這套方法變成課程 + 服務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為什麼要聽我說？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不是空談理論，是實戰驗證過的方法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有具體企業案例與成果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這套系統可以複製、可以交付、可以延伸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目標是幫老闆 + 創業者建立真實可用的系統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市場需求明確（缺工 + 創業困境），不是自嗨需求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我要對你說什麼？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1. 市場正在發生什麼（缺工 + 一人公司困境）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2. 為什麼現有的 AI 課都解決不了這個問題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3. 這堂課的設計邏輯與市場機會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4. 如果加入我們，你能怎麼做、怎麼賺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5. 建立一個可複製、可放大的系統的願景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來參加這個系統的好處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📋 帶回可直接用的課程模板、SOP、技能包架構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🎯 學會如何診斷企業知識黑洞（可用於自己或銷售）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💰 學會三條變現路徑（自用、接案、平台合作）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🔧 掌握把人才經驗系統化的完整流程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👥 加入一個可以互相支持的創業者社群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市場問題 1：老闆的困境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🚨 關鍵人才離職 = 公司停擺、知識走掉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📝 SOP 寫不出來（寫了也沒人看）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🧠 經驗都在老師傅的腦子裡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👨‍💼 年輕員工學不到真正值錢的技能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💸 招新人成本高、訓練週期長、穩定性差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⚠️ 缺工問題越來越嚴重，老闆被卡住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市場問題 2：創業者的困境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🤔 會用工具，但不知道怎麼包成服務賣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💼 想接企業 AI 案，但沒有標準化的方法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📊 一個人撐起整個公司，無法放大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🏆 天花板在自己身上（不會複製）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💰 不知道怎麼從工具使用者變成企業服務商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😰 看得到機會卻無法把握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為什麼現有 AI 課都解決不了？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市面 AI 課的問題：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❌ 只教工具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❌ 沒有落地場景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❌ 學完也不知道怎麼用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我們的不同：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✅ 教系統，不教工具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✅ 從經驗→SOP→技能包→AI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✅ 學完立刻能用在自己或企業身上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課程設計邏輯：為什麼這樣解決？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問題根源：公司最值錢的知識在人的腦子裡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解決步驟：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  1️⃣  找出知識黑洞（診斷）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  2️⃣  把經驗整理成 SOP（系統化）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  3️⃣  製作技能包讓 AI 執行（自動化）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900">
                <a:solidFill>
                  <a:srgbClr val="15100E"/>
                </a:solidFill>
              </a:defRPr>
            </a:pPr>
            <a:r>
              <a:t>  4️⃣  組成完整系統可以變現（商業化）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四堂課完整大綱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第 1 堂：找出你公司的知識黑洞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→ 帶走：知識地圖、人才風險盤點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第 2 堂：把人才技能寫成 SOP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→ 帶走：SOP 四要素模板、判斷邏輯整理法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第 3 堂：做出 AI 技能包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→ 帶走：角色設定、工作標準、測試技能包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第 4 堂：技能包如何變現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核心：系統 ≠ 資產，除非能變現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這堂課教：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1️⃣  Projects 工作空間架構（怎麼組織）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2️⃣  三條變現路徑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  • 老闆自用（降低成本）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  • 接企業 AI 案（提升客單價）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  • 平台產品合作（無限放大）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3️⃣  如何跟平台合作接老闆的案子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四堂課後，你帶走的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📦 完整的課程模板包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• 知識黑洞診斷表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• 人才技能地圖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• SOP 四要素模板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• AI 技能包模板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• Projects 架構模板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• 變現路徑檢查表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🧠 一套可以自己用、也可以賣的系統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市場機會有多大？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💼 企業 AI 導入市場：年複合成長率 30%+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👔 目標客群 1：有員工的老闆（缺工困境）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→ 台灣 150 萬間企業，員工 5-100 人的就有 50+ 萬間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🚀 目標客群 2：想做 AI 服務的創業者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→ 年輕創業生態持續成長，市場需求明確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🎯 市場規模：億級以上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我們的變現模式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直接變現：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1. 課程銷售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1000 元/人 × 50+ 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2. 企業陪跑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單個企業 10-50 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平台變現：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3. 平台合作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協助推廣產業產品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分潤 + 傭金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4. 內容資產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模板、影片、內容變現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為什麼要招募團隊？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1️⃣  講師 (1-2 位)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需要：有產業經驗、能教系統思維、能帶實作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2️⃣  企業服務銷售 (1-2 位)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需要：企業銷售背景、能做陪跑、能優化課程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3️⃣  平台合作開發 (1 位)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   需要：產品思維、能做市場拓展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結果：建立一個可複製、可放大的系統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為什麼加入我們？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市場需求真實存在（缺工、創業困境）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方法已驗證（8 年實戰）不是概念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多條變現路徑（課程 + 服務 + 平台）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企業級客單價（單案 10-50 萬）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可以幫助很多人（創業者、老闆、員工）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5100E"/>
                </a:solidFill>
              </a:defRPr>
            </a:pPr>
            <a:r>
              <a:t>3-6 個月短期目標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📊 課程銷出 50+ 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💼 完成 3-5 個企業 AI 導入案例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🔄 建立變現模板 + 陪跑 SOP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👥 形成 1-2 位講師 + 1 位執行的可複製團隊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🚀 為 12 個月的規模化奠定基礎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我們在找什麼樣的人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有真實的產業或企業經驗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相信系統比個人秀更有力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想做對客戶真正有幫助的事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願意投入 3-6 個月建立基礎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15100E"/>
                </a:solidFill>
              </a:defRPr>
            </a:pPr>
            <a:r>
              <a:t>✓ 相信市場機會，願意一起放大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下一步：深度談談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1 小時深度對話，了解彼此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D739"/>
                </a:solidFill>
              </a:defRPr>
            </a:pPr>
            <a:r>
              <a:t>看看我們是否可以一起做大這件事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4B1F"/>
                </a:solidFill>
              </a:defRPr>
            </a:pPr>
            <a:r>
              <a:t>我們的願景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把一個人的經驗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D739"/>
                </a:solidFill>
              </a:defRPr>
            </a:pPr>
            <a:r>
              <a:t>變成一個系統的力量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協助每個創業者、每位老闆找到可複製的成功路徑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